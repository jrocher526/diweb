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777240"/>
            <a:ext cx="1092708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51560" y="1234440"/>
            <a:ext cx="1920240" cy="384048"/>
          </a:xfrm>
          <a:prstGeom prst="roundRect">
            <a:avLst/>
          </a:prstGeom>
          <a:solidFill>
            <a:srgbClr val="E6F2FF"/>
          </a:solidFill>
          <a:ln>
            <a:solidFill>
              <a:srgbClr val="CD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/>
            <a:r>
              <a:rPr sz="1100" b="1" dirty="0">
                <a:solidFill>
                  <a:srgbClr val="3182F6"/>
                </a:solidFill>
              </a:rPr>
              <a:t>DIWEB · HTML5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828800"/>
            <a:ext cx="72237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82235"/>
                </a:solidFill>
              </a:rPr>
              <a:t>Componentes estructurales
de una interfaz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246120"/>
            <a:ext cx="6217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4748B"/>
                </a:solidFill>
              </a:rPr>
              <a:t>Recoge en una tabla posibles usos, etiquetas HTML5 y ejemplos visuales de referencia.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8920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</a:rPr>
              <a:t>Alumno: Jhonal Roca · 2º DAW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554480"/>
            <a:ext cx="1234440" cy="868680"/>
          </a:xfrm>
          <a:prstGeom prst="roundRect">
            <a:avLst/>
          </a:prstGeom>
          <a:solidFill>
            <a:srgbClr val="E6F2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2235"/>
                </a:solidFill>
              </a:rPr>
              <a:t>&lt;header&gt;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9720" y="2240280"/>
            <a:ext cx="1234440" cy="868680"/>
          </a:xfrm>
          <a:prstGeom prst="roundRect">
            <a:avLst/>
          </a:prstGeom>
          <a:solidFill>
            <a:srgbClr val="ECFA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2235"/>
                </a:solidFill>
              </a:rPr>
              <a:t>&lt;main&gt;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21240" y="2926080"/>
            <a:ext cx="1234440" cy="868680"/>
          </a:xfrm>
          <a:prstGeom prst="roundRect">
            <a:avLst/>
          </a:prstGeom>
          <a:solidFill>
            <a:srgbClr val="FFF0E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2235"/>
                </a:solidFill>
              </a:rPr>
              <a:t>&lt;section&gt;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3703320"/>
            <a:ext cx="1234440" cy="868680"/>
          </a:xfrm>
          <a:prstGeom prst="roundRect">
            <a:avLst/>
          </a:prstGeom>
          <a:solidFill>
            <a:srgbClr val="F1EE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2235"/>
                </a:solidFill>
              </a:rPr>
              <a:t>&lt;footer&gt;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82235"/>
                </a:solidFill>
              </a:rPr>
              <a:t>Ejercicio 1 · Componentes estructurales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</a:rPr>
              <a:t>Tabla con posibles usos, etiquetas HTML5 y ejemplos visuales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256032"/>
            <a:ext cx="1234440" cy="347472"/>
          </a:xfrm>
          <a:prstGeom prst="roundRect">
            <a:avLst/>
          </a:prstGeom>
          <a:solidFill>
            <a:srgbClr val="E6F2FF"/>
          </a:solidFill>
          <a:ln>
            <a:solidFill>
              <a:srgbClr val="CD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3182F6"/>
                </a:solidFill>
              </a:rPr>
              <a:t>1/3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78992"/>
          <a:ext cx="11173968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87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82235"/>
                          </a:solidFill>
                        </a:rPr>
                        <a:t>Componente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82235"/>
                          </a:solidFill>
                        </a:rPr>
                        <a:t>Usos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82235"/>
                          </a:solidFill>
                        </a:rPr>
                        <a:t>Etiquetas HTML5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82235"/>
                          </a:solidFill>
                        </a:rPr>
                        <a:t>Ejemplo visual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235"/>
                          </a:solidFill>
                        </a:rPr>
                        <a:t>Cabecera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Logo o nombre de la web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Menú principal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Zona superior de presentación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&lt;header&gt;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&lt;h1&gt;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&lt;nav&gt;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 dirty="0">
                          <a:solidFill>
                            <a:srgbClr val="0078B4"/>
                          </a:solidFill>
                        </a:rPr>
                        <a:t>apple.com/</a:t>
                      </a:r>
                      <a:r>
                        <a:rPr sz="850" b="0" dirty="0" err="1">
                          <a:solidFill>
                            <a:srgbClr val="0078B4"/>
                          </a:solidFill>
                        </a:rPr>
                        <a:t>es</a:t>
                      </a:r>
                      <a:endParaRPr sz="850" b="0" dirty="0">
                        <a:solidFill>
                          <a:srgbClr val="0078B4"/>
                        </a:solidFill>
                      </a:endParaRP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 dirty="0" err="1">
                          <a:solidFill>
                            <a:srgbClr val="0078B4"/>
                          </a:solidFill>
                        </a:rPr>
                        <a:t>Cabecera</a:t>
                      </a:r>
                      <a:r>
                        <a:rPr sz="850" b="0" dirty="0">
                          <a:solidFill>
                            <a:srgbClr val="0078B4"/>
                          </a:solidFill>
                        </a:rPr>
                        <a:t> con logo, </a:t>
                      </a:r>
                      <a:r>
                        <a:rPr sz="850" b="0" dirty="0" err="1">
                          <a:solidFill>
                            <a:srgbClr val="0078B4"/>
                          </a:solidFill>
                        </a:rPr>
                        <a:t>menú</a:t>
                      </a:r>
                      <a:r>
                        <a:rPr sz="850" b="0" dirty="0">
                          <a:solidFill>
                            <a:srgbClr val="0078B4"/>
                          </a:solidFill>
                        </a:rPr>
                        <a:t> y </a:t>
                      </a:r>
                      <a:r>
                        <a:rPr sz="850" b="0" dirty="0" err="1">
                          <a:solidFill>
                            <a:srgbClr val="0078B4"/>
                          </a:solidFill>
                        </a:rPr>
                        <a:t>llamada</a:t>
                      </a:r>
                      <a:r>
                        <a:rPr sz="850" b="0" dirty="0">
                          <a:solidFill>
                            <a:srgbClr val="0078B4"/>
                          </a:solidFill>
                        </a:rPr>
                        <a:t> de </a:t>
                      </a:r>
                      <a:r>
                        <a:rPr sz="850" b="0" dirty="0" err="1">
                          <a:solidFill>
                            <a:srgbClr val="0078B4"/>
                          </a:solidFill>
                        </a:rPr>
                        <a:t>atención</a:t>
                      </a:r>
                      <a:endParaRPr sz="850" b="0" dirty="0">
                        <a:solidFill>
                          <a:srgbClr val="0078B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235"/>
                          </a:solidFill>
                        </a:rPr>
                        <a:t>Navegación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Menú de secciones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Enlaces internos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Acceso rápido al contenido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&lt;nav&gt;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&lt;ul&gt; &lt;li&gt;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&lt;a&gt;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 dirty="0">
                          <a:solidFill>
                            <a:srgbClr val="0078B4"/>
                          </a:solidFill>
                        </a:rPr>
                        <a:t>developer.mozilla.org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 dirty="0" err="1">
                          <a:solidFill>
                            <a:srgbClr val="0078B4"/>
                          </a:solidFill>
                        </a:rPr>
                        <a:t>Menú</a:t>
                      </a:r>
                      <a:r>
                        <a:rPr sz="850" b="0" dirty="0">
                          <a:solidFill>
                            <a:srgbClr val="0078B4"/>
                          </a:solidFill>
                        </a:rPr>
                        <a:t> superior con </a:t>
                      </a:r>
                      <a:r>
                        <a:rPr sz="850" b="0" dirty="0" err="1">
                          <a:solidFill>
                            <a:srgbClr val="0078B4"/>
                          </a:solidFill>
                        </a:rPr>
                        <a:t>categorías</a:t>
                      </a:r>
                      <a:r>
                        <a:rPr sz="850" b="0" dirty="0">
                          <a:solidFill>
                            <a:srgbClr val="0078B4"/>
                          </a:solidFill>
                        </a:rPr>
                        <a:t> y </a:t>
                      </a:r>
                      <a:r>
                        <a:rPr sz="850" b="0" dirty="0" err="1">
                          <a:solidFill>
                            <a:srgbClr val="0078B4"/>
                          </a:solidFill>
                        </a:rPr>
                        <a:t>búsqueda</a:t>
                      </a:r>
                      <a:endParaRPr sz="850" b="0" dirty="0">
                        <a:solidFill>
                          <a:srgbClr val="0078B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235"/>
                          </a:solidFill>
                        </a:rPr>
                        <a:t>Contenido principal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Agrupar lo más importante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Zona central de la página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Evita mezclarlo con footer/sidebar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&lt;main&gt;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78B4"/>
                          </a:solidFill>
                        </a:rPr>
                        <a:t>wikipedia.org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78B4"/>
                          </a:solidFill>
                        </a:rPr>
                        <a:t>Contenido principal del artículo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235"/>
                          </a:solidFill>
                        </a:rPr>
                        <a:t>Sección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Dividir la página por temas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Bloques como inicio, proyectos, contacto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Organización visual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&lt;section&gt;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&lt;h2&gt;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 dirty="0">
                          <a:solidFill>
                            <a:srgbClr val="0078B4"/>
                          </a:solidFill>
                        </a:rPr>
                        <a:t>apple.com/</a:t>
                      </a:r>
                      <a:r>
                        <a:rPr sz="850" b="0" dirty="0" err="1">
                          <a:solidFill>
                            <a:srgbClr val="0078B4"/>
                          </a:solidFill>
                        </a:rPr>
                        <a:t>es</a:t>
                      </a:r>
                      <a:r>
                        <a:rPr sz="850" b="0" dirty="0">
                          <a:solidFill>
                            <a:srgbClr val="0078B4"/>
                          </a:solidFill>
                        </a:rPr>
                        <a:t>/mac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 dirty="0" err="1">
                          <a:solidFill>
                            <a:srgbClr val="0078B4"/>
                          </a:solidFill>
                        </a:rPr>
                        <a:t>Secciones</a:t>
                      </a:r>
                      <a:r>
                        <a:rPr sz="850" b="0" dirty="0">
                          <a:solidFill>
                            <a:srgbClr val="0078B4"/>
                          </a:solidFill>
                        </a:rPr>
                        <a:t> </a:t>
                      </a:r>
                      <a:r>
                        <a:rPr sz="850" b="0" dirty="0" err="1">
                          <a:solidFill>
                            <a:srgbClr val="0078B4"/>
                          </a:solidFill>
                        </a:rPr>
                        <a:t>separadas</a:t>
                      </a:r>
                      <a:r>
                        <a:rPr sz="850" b="0" dirty="0">
                          <a:solidFill>
                            <a:srgbClr val="0078B4"/>
                          </a:solidFill>
                        </a:rPr>
                        <a:t> </a:t>
                      </a:r>
                      <a:r>
                        <a:rPr sz="850" b="0" dirty="0" err="1">
                          <a:solidFill>
                            <a:srgbClr val="0078B4"/>
                          </a:solidFill>
                        </a:rPr>
                        <a:t>por</a:t>
                      </a:r>
                      <a:r>
                        <a:rPr sz="850" b="0" dirty="0">
                          <a:solidFill>
                            <a:srgbClr val="0078B4"/>
                          </a:solidFill>
                        </a:rPr>
                        <a:t> </a:t>
                      </a:r>
                      <a:r>
                        <a:rPr sz="850" b="0" dirty="0" err="1">
                          <a:solidFill>
                            <a:srgbClr val="0078B4"/>
                          </a:solidFill>
                        </a:rPr>
                        <a:t>producto</a:t>
                      </a:r>
                      <a:r>
                        <a:rPr sz="850" b="0" dirty="0">
                          <a:solidFill>
                            <a:srgbClr val="0078B4"/>
                          </a:solidFill>
                        </a:rPr>
                        <a:t> o </a:t>
                      </a:r>
                      <a:r>
                        <a:rPr sz="850" b="0" dirty="0" err="1">
                          <a:solidFill>
                            <a:srgbClr val="0078B4"/>
                          </a:solidFill>
                        </a:rPr>
                        <a:t>mensaje</a:t>
                      </a:r>
                      <a:endParaRPr sz="850" b="0" dirty="0">
                        <a:solidFill>
                          <a:srgbClr val="0078B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235"/>
                          </a:solidFill>
                        </a:rPr>
                        <a:t>Artículo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Noticias, entradas o posts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Tarjetas independientes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Contenido que se entiende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&lt;article&gt;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&lt;header&gt;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&lt;footer&gt;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 dirty="0">
                          <a:solidFill>
                            <a:srgbClr val="0078B4"/>
                          </a:solidFill>
                        </a:rPr>
                        <a:t>medium.com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 dirty="0" err="1">
                          <a:solidFill>
                            <a:srgbClr val="0078B4"/>
                          </a:solidFill>
                        </a:rPr>
                        <a:t>Cada</a:t>
                      </a:r>
                      <a:r>
                        <a:rPr sz="850" b="0" dirty="0">
                          <a:solidFill>
                            <a:srgbClr val="0078B4"/>
                          </a:solidFill>
                        </a:rPr>
                        <a:t> </a:t>
                      </a:r>
                      <a:r>
                        <a:rPr sz="850" b="0" dirty="0" err="1">
                          <a:solidFill>
                            <a:srgbClr val="0078B4"/>
                          </a:solidFill>
                        </a:rPr>
                        <a:t>publicación</a:t>
                      </a:r>
                      <a:r>
                        <a:rPr sz="850" b="0" dirty="0">
                          <a:solidFill>
                            <a:srgbClr val="0078B4"/>
                          </a:solidFill>
                        </a:rPr>
                        <a:t> </a:t>
                      </a:r>
                      <a:r>
                        <a:rPr sz="850" b="0" dirty="0" err="1">
                          <a:solidFill>
                            <a:srgbClr val="0078B4"/>
                          </a:solidFill>
                        </a:rPr>
                        <a:t>funciona</a:t>
                      </a:r>
                      <a:r>
                        <a:rPr sz="850" b="0" dirty="0">
                          <a:solidFill>
                            <a:srgbClr val="0078B4"/>
                          </a:solidFill>
                        </a:rPr>
                        <a:t> </a:t>
                      </a:r>
                      <a:r>
                        <a:rPr sz="850" b="0" dirty="0" err="1">
                          <a:solidFill>
                            <a:srgbClr val="0078B4"/>
                          </a:solidFill>
                        </a:rPr>
                        <a:t>como</a:t>
                      </a:r>
                      <a:r>
                        <a:rPr sz="850" b="0" dirty="0">
                          <a:solidFill>
                            <a:srgbClr val="0078B4"/>
                          </a:solidFill>
                        </a:rPr>
                        <a:t> </a:t>
                      </a:r>
                      <a:r>
                        <a:rPr sz="850" b="0" dirty="0" err="1">
                          <a:solidFill>
                            <a:srgbClr val="0078B4"/>
                          </a:solidFill>
                        </a:rPr>
                        <a:t>artículo</a:t>
                      </a:r>
                      <a:endParaRPr sz="850" b="0" dirty="0">
                        <a:solidFill>
                          <a:srgbClr val="0078B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235"/>
                          </a:solidFill>
                        </a:rPr>
                        <a:t>Contenido secundario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Publicidad o avisos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Información complementaria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Barra lateral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&lt;aside&gt;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 dirty="0">
                          <a:solidFill>
                            <a:srgbClr val="0078B4"/>
                          </a:solidFill>
                        </a:rPr>
                        <a:t>amazon.es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 dirty="0" err="1">
                          <a:solidFill>
                            <a:srgbClr val="0078B4"/>
                          </a:solidFill>
                        </a:rPr>
                        <a:t>Paneles</a:t>
                      </a:r>
                      <a:r>
                        <a:rPr sz="850" b="0" dirty="0">
                          <a:solidFill>
                            <a:srgbClr val="0078B4"/>
                          </a:solidFill>
                        </a:rPr>
                        <a:t> </a:t>
                      </a:r>
                      <a:r>
                        <a:rPr sz="850" b="0" dirty="0" err="1">
                          <a:solidFill>
                            <a:srgbClr val="0078B4"/>
                          </a:solidFill>
                        </a:rPr>
                        <a:t>laterales</a:t>
                      </a:r>
                      <a:r>
                        <a:rPr sz="850" b="0" dirty="0">
                          <a:solidFill>
                            <a:srgbClr val="0078B4"/>
                          </a:solidFill>
                        </a:rPr>
                        <a:t> con </a:t>
                      </a:r>
                      <a:r>
                        <a:rPr sz="850" b="0" dirty="0" err="1">
                          <a:solidFill>
                            <a:srgbClr val="0078B4"/>
                          </a:solidFill>
                        </a:rPr>
                        <a:t>filtros</a:t>
                      </a:r>
                      <a:r>
                        <a:rPr sz="850" b="0" dirty="0">
                          <a:solidFill>
                            <a:srgbClr val="0078B4"/>
                          </a:solidFill>
                        </a:rPr>
                        <a:t> u </a:t>
                      </a:r>
                      <a:r>
                        <a:rPr sz="850" b="0" dirty="0" err="1">
                          <a:solidFill>
                            <a:srgbClr val="0078B4"/>
                          </a:solidFill>
                        </a:rPr>
                        <a:t>ofertas</a:t>
                      </a:r>
                      <a:endParaRPr sz="850" b="0" dirty="0">
                        <a:solidFill>
                          <a:srgbClr val="0078B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82235"/>
                </a:solidFill>
              </a:rPr>
              <a:t>Ejercicio 1 · Componentes estructurales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</a:rPr>
              <a:t>Tabla con posibles usos, etiquetas HTML5 y ejemplos visuales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256032"/>
            <a:ext cx="1234440" cy="347472"/>
          </a:xfrm>
          <a:prstGeom prst="roundRect">
            <a:avLst/>
          </a:prstGeom>
          <a:solidFill>
            <a:srgbClr val="E6F2FF"/>
          </a:solidFill>
          <a:ln>
            <a:solidFill>
              <a:srgbClr val="CD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3182F6"/>
                </a:solidFill>
              </a:rPr>
              <a:t>2/3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78992"/>
          <a:ext cx="11173968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87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82235"/>
                          </a:solidFill>
                        </a:rPr>
                        <a:t>Componente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82235"/>
                          </a:solidFill>
                        </a:rPr>
                        <a:t>Usos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82235"/>
                          </a:solidFill>
                        </a:rPr>
                        <a:t>Etiquetas HTML5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82235"/>
                          </a:solidFill>
                        </a:rPr>
                        <a:t>Ejemplo visual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235"/>
                          </a:solidFill>
                        </a:rPr>
                        <a:t>Pie de página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Autoría y copyright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Enlaces legales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Contacto y redes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&lt;footer&gt;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&lt;small&gt;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&lt;address&gt;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78B4"/>
                          </a:solidFill>
                        </a:rPr>
                        <a:t>apple.com/es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78B4"/>
                          </a:solidFill>
                        </a:rPr>
                        <a:t>Footer con enlaces, condiciones y soporte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235"/>
                          </a:solidFill>
                        </a:rPr>
                        <a:t>Formulario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Contacto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Registro o login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Búsquedas y filtros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&lt;form&gt;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&lt;label&gt;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&lt;input&gt;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&lt;button&gt;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78B4"/>
                          </a:solidFill>
                        </a:rPr>
                        <a:t>google.com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78B4"/>
                          </a:solidFill>
                        </a:rPr>
                        <a:t>Buscador simple mediante formulario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235"/>
                          </a:solidFill>
                        </a:rPr>
                        <a:t>Tabla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Comparar datos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Listar productos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Horarios o resultados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&lt;table&gt;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&lt;thead&gt;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&lt;tbody&gt;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&lt;tr&gt; &lt;td&gt;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78B4"/>
                          </a:solidFill>
                        </a:rPr>
                        <a:t>wikipedia.org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78B4"/>
                          </a:solidFill>
                        </a:rPr>
                        <a:t>Tablas de datos en artículos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235"/>
                          </a:solidFill>
                        </a:rPr>
                        <a:t>Lista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Menús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Pasos ordenados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Características o categorías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&lt;ul&gt; &lt;ol&gt;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&lt;li&gt;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&lt;dl&gt; &lt;dt&gt; &lt;dd&gt;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78B4"/>
                          </a:solidFill>
                        </a:rPr>
                        <a:t>github.com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78B4"/>
                          </a:solidFill>
                        </a:rPr>
                        <a:t>Listas de repositorios, issues y opciones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235"/>
                          </a:solidFill>
                        </a:rPr>
                        <a:t>Figura / imagen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Imagen con descripción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Captura de proyecto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Ilustración explicativa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&lt;figure&gt;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&lt;img&gt;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&lt;figcaption&gt;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78B4"/>
                          </a:solidFill>
                        </a:rPr>
                        <a:t>wikipedia.org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78B4"/>
                          </a:solidFill>
                        </a:rPr>
                        <a:t>Imágenes con pie de foto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235"/>
                          </a:solidFill>
                        </a:rPr>
                        <a:t>Desplegable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Preguntas frecuentes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Mostrar más información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Ocultar contenido secundario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&lt;details&gt;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&lt;summary&gt;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78B4"/>
                          </a:solidFill>
                        </a:rPr>
                        <a:t>developer.mozilla.org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78B4"/>
                          </a:solidFill>
                        </a:rPr>
                        <a:t>Ejemplos de detalles desplegables 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82235"/>
                </a:solidFill>
              </a:rPr>
              <a:t>Ejercicio 1 · Componentes estructurales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6751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748B"/>
                </a:solidFill>
              </a:rPr>
              <a:t>Tabla con posibles usos, etiquetas HTML5 y ejemplos visuales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256032"/>
            <a:ext cx="1234440" cy="347472"/>
          </a:xfrm>
          <a:prstGeom prst="roundRect">
            <a:avLst/>
          </a:prstGeom>
          <a:solidFill>
            <a:srgbClr val="E6F2FF"/>
          </a:solidFill>
          <a:ln>
            <a:solidFill>
              <a:srgbClr val="CD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1000" b="1">
                <a:solidFill>
                  <a:srgbClr val="3182F6"/>
                </a:solidFill>
              </a:rPr>
              <a:t>3/3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78992"/>
          <a:ext cx="11173968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87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82235"/>
                          </a:solidFill>
                        </a:rPr>
                        <a:t>Componente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82235"/>
                          </a:solidFill>
                        </a:rPr>
                        <a:t>Usos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82235"/>
                          </a:solidFill>
                        </a:rPr>
                        <a:t>Etiquetas HTML5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82235"/>
                          </a:solidFill>
                        </a:rPr>
                        <a:t>Ejemplo visual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235"/>
                          </a:solidFill>
                        </a:rPr>
                        <a:t>Título y jerarquía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Organizar la lectura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Indicar importancia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Separar bloques de contenido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&lt;h1&gt;...&lt;h6&gt;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78B4"/>
                          </a:solidFill>
                        </a:rPr>
                        <a:t>bbc.com/news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78B4"/>
                          </a:solidFill>
                        </a:rPr>
                        <a:t>Titulares y subtítulos con jerarquía clara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235"/>
                          </a:solidFill>
                        </a:rPr>
                        <a:t>Botón / 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Enviar formularios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Descargar o comprar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Guiar al usuario a una acción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&lt;button&gt;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&lt;a&gt;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78B4"/>
                          </a:solidFill>
                        </a:rPr>
                        <a:t>netflix.com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78B4"/>
                          </a:solidFill>
                        </a:rPr>
                        <a:t>Botones de llamada a la acción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235"/>
                          </a:solidFill>
                        </a:rPr>
                        <a:t>Tarjeta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Mostrar proyectos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Resumir productos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Agrupar información breve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&lt;article&gt;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&lt;section&gt;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&lt;div&gt;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78B4"/>
                          </a:solidFill>
                        </a:rPr>
                        <a:t>getbootstrap.com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78B4"/>
                          </a:solidFill>
                        </a:rPr>
                        <a:t>Cards con imagen, título y texto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235"/>
                          </a:solidFill>
                        </a:rPr>
                        <a:t>Buscador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Buscar contenidos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Filtrar proyectos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Acceder rápido a información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&lt;form&gt;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&lt;input type="search"&gt;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&lt;button&gt;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78B4"/>
                          </a:solidFill>
                        </a:rPr>
                        <a:t>youtube.com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78B4"/>
                          </a:solidFill>
                        </a:rPr>
                        <a:t>Barra de búsqueda superior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235"/>
                          </a:solidFill>
                        </a:rPr>
                        <a:t>Multimedia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Vídeos explicativos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Audio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Material visual de apoyo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&lt;video&gt;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&lt;audio&gt;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&lt;source&gt;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78B4"/>
                          </a:solidFill>
                        </a:rPr>
                        <a:t>youtube.com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78B4"/>
                          </a:solidFill>
                        </a:rPr>
                        <a:t>Vídeo integrado como contenido principal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69" b="1">
                          <a:solidFill>
                            <a:srgbClr val="182235"/>
                          </a:solidFill>
                        </a:rPr>
                        <a:t>Mapa de navegación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Mostrar estructura del sitio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Enlaces a todas las páginas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69" b="0">
                          <a:solidFill>
                            <a:srgbClr val="182235"/>
                          </a:solidFill>
                        </a:rPr>
                        <a:t>- Mejorar orientación del usuario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&lt;nav&gt;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&lt;ul&gt;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233550"/>
                          </a:solidFill>
                        </a:rPr>
                        <a:t>&lt;a&gt;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78B4"/>
                          </a:solidFill>
                        </a:rPr>
                        <a:t>sitemap o footer de webs grandes</a:t>
                      </a:r>
                    </a:p>
                    <a:p>
                      <a:pPr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78B4"/>
                          </a:solidFill>
                        </a:rPr>
                        <a:t>Lista de secciones disponibles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640</Words>
  <Application>Microsoft Office PowerPoint</Application>
  <PresentationFormat>Panorámica</PresentationFormat>
  <Paragraphs>184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Jhonal Roca</dc:creator>
  <cp:keywords/>
  <dc:description>generated using python-pptx</dc:description>
  <cp:lastModifiedBy>Jhonal Roca</cp:lastModifiedBy>
  <cp:revision>2</cp:revision>
  <dcterms:created xsi:type="dcterms:W3CDTF">2013-01-27T09:14:16Z</dcterms:created>
  <dcterms:modified xsi:type="dcterms:W3CDTF">2026-10-03T13:19:51Z</dcterms:modified>
  <cp:category/>
</cp:coreProperties>
</file>